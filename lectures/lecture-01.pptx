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479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Today: quick intros, how the program works, what we are building over eight weeks, and a walkthrough of the Week 1 assignment. Leave 10 minutes for questions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personal intro: background, what you work on day to day, and why you run this microinternship. Mention you'll review every pull request personally.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Order: Esther, Cato, Mythri, Venessa. About a minute each. Note anyone's goals so you can tailor feedback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Assignments live in the course repo as week-01.md through week-08.md. Emphasize the Monday-evening deadline so there is time to review before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product pattern: brokers prospect by browsing the map and looking up buildings. By week 8 each of you will have your own deployed version and a portfolio-ready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reference build: searching 350 5th Ave highlights the Empire State Building parcel and loads 1931, 102 stories, 2.8M sf. Each numbered piece maps to a week: map in 2, parcels in 4, details in 5-6, search and Street View in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prior experience with any of these is expected. The property API runs on Azure Data API builder; you only consume it. Mapbox access token is provided in the week 2 guide; Google needs your own key in week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app talks to three services. The parcel ID is the thread that ties them together: Mapbox gives it on click, GraphQL looks up the property by it, and Google search leads back to it via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week builds on the last, so falling behind compounds. If a week goes badly, reach out early rather than skipping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instructions are in week-01.md in the course repo. The next three slides walk through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collaborator invite is the step people forget. Ask everyone to do it today, right after class, so reviews can start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create-next-app already makes a local Git repo with a first commit, so students only add the remote and push. npm may print an install-scripts warning; it's safe to ignore. Open localhost:3000 to confirm the app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how professional teams work. From week 2 on, every assignment is a PR like this. Show the GitHub Compare and pull request button live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stretch goals become required in week 2, so doing them now buys time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everyone: invite wwwaiser as a collaborator today. The Teams link, schedule and all weekly guides are in the repo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wwaiser/real-estate-map-projec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6985000" y="0"/>
            <a:ext cx="520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67263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0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MICROINTERNSHIP · LECTURE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2139950"/>
            <a:ext cx="5886450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Interactive Real Estate Map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4794250"/>
            <a:ext cx="58864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Next.js · Mapbox · GraphQL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800" y="5963940"/>
            <a:ext cx="58864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Tuesday, September 29, 2026 · 3:00 PM ET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5781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923530"/>
            <a:ext cx="418592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Serhii Vaiser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357882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VP of Engineering at Meridian Capital Group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01568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GitHub: </a:t>
            </a:r>
            <a:r>
              <a:rPr lang="en-US" sz="16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wwwaiser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9575" y="1885404"/>
            <a:ext cx="5886450" cy="3087191"/>
          </a:xfrm>
          <a:prstGeom prst="roundRect">
            <a:avLst>
              <a:gd name="adj" fmla="val 3188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7" name="Shape 5"/>
          <p:cNvSpPr/>
          <p:nvPr/>
        </p:nvSpPr>
        <p:spPr>
          <a:xfrm>
            <a:off x="5797550" y="2948335"/>
            <a:ext cx="5270500" cy="0"/>
          </a:xfrm>
          <a:prstGeom prst="line">
            <a:avLst/>
          </a:prstGeom>
          <a:noFill/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8" name="Text 6"/>
          <p:cNvSpPr/>
          <p:nvPr/>
        </p:nvSpPr>
        <p:spPr>
          <a:xfrm>
            <a:off x="5797550" y="2193379"/>
            <a:ext cx="54286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97550" y="2457500"/>
            <a:ext cx="542861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years in software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7550" y="3909665"/>
            <a:ext cx="5270500" cy="0"/>
          </a:xfrm>
          <a:prstGeom prst="line">
            <a:avLst/>
          </a:prstGeom>
          <a:noFill/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1" name="Text 9"/>
          <p:cNvSpPr/>
          <p:nvPr/>
        </p:nvSpPr>
        <p:spPr>
          <a:xfrm>
            <a:off x="5797550" y="3154710"/>
            <a:ext cx="54286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 WORK 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97550" y="3418830"/>
            <a:ext cx="542861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GIS software for Commercial Real Estate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97550" y="4116040"/>
            <a:ext cx="54286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 RUN THIS PROGRAM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97550" y="4380161"/>
            <a:ext cx="542861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 students to get an experience working on real project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Introduce yourself in about a minute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5175250" cy="1499791"/>
          </a:xfrm>
          <a:prstGeom prst="roundRect">
            <a:avLst>
              <a:gd name="adj" fmla="val 6563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Text 3"/>
          <p:cNvSpPr/>
          <p:nvPr/>
        </p:nvSpPr>
        <p:spPr>
          <a:xfrm>
            <a:off x="1073150" y="219576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457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3150" y="260722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and school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2967881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you study and what program you're 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0775" y="1938586"/>
            <a:ext cx="5175250" cy="1499791"/>
          </a:xfrm>
          <a:prstGeom prst="roundRect">
            <a:avLst>
              <a:gd name="adj" fmla="val 6563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9" name="Text 7"/>
          <p:cNvSpPr/>
          <p:nvPr/>
        </p:nvSpPr>
        <p:spPr>
          <a:xfrm>
            <a:off x="6457950" y="219576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457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57950" y="260722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you've built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57950" y="2967881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 projects, side projects, internships or jobs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3647926"/>
            <a:ext cx="5175250" cy="1499791"/>
          </a:xfrm>
          <a:prstGeom prst="roundRect">
            <a:avLst>
              <a:gd name="adj" fmla="val 6563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3" name="Text 11"/>
          <p:cNvSpPr/>
          <p:nvPr/>
        </p:nvSpPr>
        <p:spPr>
          <a:xfrm>
            <a:off x="1073150" y="390510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457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3150" y="431656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goal for these 8 weeks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3150" y="4677221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skill, a portfolio piece, a job search, or all three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00775" y="3647926"/>
            <a:ext cx="5175250" cy="1499791"/>
          </a:xfrm>
          <a:prstGeom prst="roundRect">
            <a:avLst>
              <a:gd name="adj" fmla="val 6563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7" name="Text 15"/>
          <p:cNvSpPr/>
          <p:nvPr/>
        </p:nvSpPr>
        <p:spPr>
          <a:xfrm>
            <a:off x="6457950" y="390510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457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57950" y="4316561"/>
            <a:ext cx="480072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thing outside of 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7950" y="4677221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hobby, a place, a fun fact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 eight weeks 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89386"/>
            <a:ext cx="2482850" cy="1685131"/>
          </a:xfrm>
          <a:prstGeom prst="roundRect">
            <a:avLst>
              <a:gd name="adj" fmla="val 5841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Text 3"/>
          <p:cNvSpPr/>
          <p:nvPr/>
        </p:nvSpPr>
        <p:spPr>
          <a:xfrm>
            <a:off x="1073150" y="2246561"/>
            <a:ext cx="2027555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sessions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3150" y="2669431"/>
            <a:ext cx="202755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group meeting a week, through week 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08375" y="1989386"/>
            <a:ext cx="2482850" cy="1685131"/>
          </a:xfrm>
          <a:prstGeom prst="roundRect">
            <a:avLst>
              <a:gd name="adj" fmla="val 5841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8" name="Text 6"/>
          <p:cNvSpPr/>
          <p:nvPr/>
        </p:nvSpPr>
        <p:spPr>
          <a:xfrm>
            <a:off x="3765550" y="2246561"/>
            <a:ext cx="202755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Tuesdays, 3 PM ET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765550" y="2990701"/>
            <a:ext cx="202755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Microsoft Teams; link in the repo README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0775" y="1989386"/>
            <a:ext cx="2482850" cy="1685131"/>
          </a:xfrm>
          <a:prstGeom prst="roundRect">
            <a:avLst>
              <a:gd name="adj" fmla="val 5841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1" name="Text 9"/>
          <p:cNvSpPr/>
          <p:nvPr/>
        </p:nvSpPr>
        <p:spPr>
          <a:xfrm>
            <a:off x="6457950" y="2246561"/>
            <a:ext cx="202755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Due Monday evening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57950" y="2990701"/>
            <a:ext cx="202755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week's assignment, before the next session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93175" y="1989386"/>
            <a:ext cx="2482850" cy="1685131"/>
          </a:xfrm>
          <a:prstGeom prst="roundRect">
            <a:avLst>
              <a:gd name="adj" fmla="val 5841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4" name="Text 12"/>
          <p:cNvSpPr/>
          <p:nvPr/>
        </p:nvSpPr>
        <p:spPr>
          <a:xfrm>
            <a:off x="9150350" y="2246561"/>
            <a:ext cx="202755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Reviewed as PRs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50350" y="2990701"/>
            <a:ext cx="202755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 review every pull request you open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033292"/>
            <a:ext cx="9156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work on your own during the week. Tuesdays are for check-ins, shared problems and feedback. Stuck on something specific? Book a one-on-one call with me any day.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6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422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CE3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6034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map that helps real estate brokers find their next deal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206180"/>
            <a:ext cx="85026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4EA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 any parcel in New York City to see its building, lot and location data. Search an address, jump straight to it, and look at the street.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YOU'LL BE BY WEEK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finished app</a:t>
            </a:r>
            <a:endParaRPr lang="en-US" sz="3600" dirty="0"/>
          </a:p>
        </p:txBody>
      </p:sp>
      <p:pic>
        <p:nvPicPr>
          <p:cNvPr id="4" name="Image 0" descr="The finished app: address search, highlighted Empire State Building parcel on a Mapbox map, property details sidebar and Street View image"/>
          <p:cNvPicPr>
            <a:picLocks noChangeAspect="1"/>
          </p:cNvPicPr>
          <p:nvPr/>
        </p:nvPicPr>
        <p:blipFill>
          <a:blip r:embed="rId3"/>
          <a:srcRect t="78" b="78"/>
          <a:stretch/>
        </p:blipFill>
        <p:spPr>
          <a:xfrm>
            <a:off x="819150" y="1941761"/>
            <a:ext cx="6311900" cy="4051300"/>
          </a:xfrm>
          <a:prstGeom prst="roundRect">
            <a:avLst>
              <a:gd name="adj" fmla="val 2351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938586"/>
            <a:ext cx="6318250" cy="4057650"/>
          </a:xfrm>
          <a:prstGeom prst="roundRect">
            <a:avLst>
              <a:gd name="adj" fmla="val 2426"/>
            </a:avLst>
          </a:prstGeom>
          <a:noFill/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6" name="Text 3"/>
          <p:cNvSpPr/>
          <p:nvPr/>
        </p:nvSpPr>
        <p:spPr>
          <a:xfrm>
            <a:off x="7442200" y="1935411"/>
            <a:ext cx="40551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457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Search an address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42200" y="2270671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finds the coordinates; our API finds the parcel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42200" y="3107234"/>
            <a:ext cx="40551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457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Parcel highlighted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42200" y="3442494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NYC parcel, drawn from Mapbox vector tiles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42200" y="4279007"/>
            <a:ext cx="40551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457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Property details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42200" y="4614267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Building, lot and location data from GraphQL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42200" y="5450830"/>
            <a:ext cx="40551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457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Street View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42200" y="578609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street-level photo of the location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you'll work with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92561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Shape 3"/>
          <p:cNvSpPr/>
          <p:nvPr/>
        </p:nvSpPr>
        <p:spPr>
          <a:xfrm>
            <a:off x="819150" y="1986211"/>
            <a:ext cx="0" cy="2902744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7900" y="2125911"/>
          <a:ext cx="10248900" cy="2636044"/>
        </p:xfrm>
        <a:graphic>
          <a:graphicData uri="http://schemas.openxmlformats.org/drawingml/2006/table">
            <a:tbl>
              <a:tblPr/>
              <a:tblGrid>
                <a:gridCol w="1639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9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Tool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Next.js, TypeScript, Tailwind CSS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Pages, components and styling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Map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Mapbox GL via react-map-gl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 map, pins and parcel boundaries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GraphQL and Apollo Client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Property data from our API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Places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Google Maps APIs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Address search and Street View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Delivery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GitHub and Vercel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 review and a live URL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 pieces fit together</a:t>
            </a:r>
            <a:endParaRPr lang="en-US" sz="3600" dirty="0"/>
          </a:p>
        </p:txBody>
      </p:sp>
      <p:pic>
        <p:nvPicPr>
          <p:cNvPr id="4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51300" y="2286000"/>
            <a:ext cx="3530600" cy="1397000"/>
          </a:xfrm>
          <a:prstGeom prst="rect">
            <a:avLst/>
          </a:prstGeom>
        </p:spPr>
      </p:pic>
      <p:pic>
        <p:nvPicPr>
          <p:cNvPr id="5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51300" y="3683000"/>
            <a:ext cx="3530600" cy="127000"/>
          </a:xfrm>
          <a:prstGeom prst="rect">
            <a:avLst/>
          </a:prstGeom>
        </p:spPr>
      </p:pic>
      <p:pic>
        <p:nvPicPr>
          <p:cNvPr id="6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51300" y="3810000"/>
            <a:ext cx="3530600" cy="1397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12800" y="2794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13203A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8" name="Text 3"/>
          <p:cNvSpPr/>
          <p:nvPr/>
        </p:nvSpPr>
        <p:spPr>
          <a:xfrm>
            <a:off x="1066800" y="3182689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BROWSER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66800" y="3472210"/>
            <a:ext cx="287782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Next.js app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066800" y="3883670"/>
            <a:ext cx="28778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Map, sidebar and search box, hosted on Vercel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7521575" y="1781175"/>
            <a:ext cx="3854450" cy="1136650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2" name="Text 7"/>
          <p:cNvSpPr/>
          <p:nvPr/>
        </p:nvSpPr>
        <p:spPr>
          <a:xfrm>
            <a:off x="7727950" y="2095500"/>
            <a:ext cx="354495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Mapbox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727950" y="2390130"/>
            <a:ext cx="3544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map and NYC parcel vector tiles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521575" y="3178175"/>
            <a:ext cx="3854450" cy="1136650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5" name="Text 10"/>
          <p:cNvSpPr/>
          <p:nvPr/>
        </p:nvSpPr>
        <p:spPr>
          <a:xfrm>
            <a:off x="7727950" y="3385840"/>
            <a:ext cx="354495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GraphQL API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727950" y="3680470"/>
            <a:ext cx="354495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Property data, through your app's /api/graphql proxy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521575" y="4575175"/>
            <a:ext cx="3854450" cy="1136650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8" name="Text 13"/>
          <p:cNvSpPr/>
          <p:nvPr/>
        </p:nvSpPr>
        <p:spPr>
          <a:xfrm>
            <a:off x="7727950" y="4889500"/>
            <a:ext cx="354495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Maps APIs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727950" y="5184130"/>
            <a:ext cx="3544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Geocoding and Street View images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Eight weeks, one feature at a time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41761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Shape 3"/>
          <p:cNvSpPr/>
          <p:nvPr/>
        </p:nvSpPr>
        <p:spPr>
          <a:xfrm>
            <a:off x="819150" y="1935411"/>
            <a:ext cx="0" cy="3253184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7900" y="2024311"/>
          <a:ext cx="10248900" cy="3088084"/>
        </p:xfrm>
        <a:graphic>
          <a:graphicData uri="http://schemas.openxmlformats.org/drawingml/2006/table">
            <a:tbl>
              <a:tblPr/>
              <a:tblGrid>
                <a:gridCol w="1844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4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Week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Topic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You'll build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· this week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9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Getting started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Next.js app, GitHub repo, first pull request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Mapbox GL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map with pins and popups, deployed on Vercel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GraphQL client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Apollo Client and your first queries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Parcels layer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NYC parcel boundaries you can click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5–6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GraphQL + map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sidebar with the selected property's details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Google APIs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Address search and Street View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Presentation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portfolio-ready README for your project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0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1 ASSIGNMENT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Getting started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13102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9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Due Monday, October 5, in the evening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4828580"/>
            <a:ext cx="2489200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6" name="Text 4"/>
          <p:cNvSpPr/>
          <p:nvPr/>
        </p:nvSpPr>
        <p:spPr>
          <a:xfrm>
            <a:off x="812800" y="5044480"/>
            <a:ext cx="2563876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091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2800" y="576074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up your tools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05200" y="4828580"/>
            <a:ext cx="2489200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9" name="Text 7"/>
          <p:cNvSpPr/>
          <p:nvPr/>
        </p:nvSpPr>
        <p:spPr>
          <a:xfrm>
            <a:off x="3505200" y="5044480"/>
            <a:ext cx="2563876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091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05200" y="576074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your GitHub repo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7600" y="4828580"/>
            <a:ext cx="2489200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2" name="Text 10"/>
          <p:cNvSpPr/>
          <p:nvPr/>
        </p:nvSpPr>
        <p:spPr>
          <a:xfrm>
            <a:off x="6197600" y="5044480"/>
            <a:ext cx="2563876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091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97600" y="576074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Scaffold the Next.js app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90000" y="4828580"/>
            <a:ext cx="2489200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5" name="Text 13"/>
          <p:cNvSpPr/>
          <p:nvPr/>
        </p:nvSpPr>
        <p:spPr>
          <a:xfrm>
            <a:off x="8890000" y="5044480"/>
            <a:ext cx="2563876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091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890000" y="576074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your first pull request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STEPS 1–2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Tools and your repository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52847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Install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2473871"/>
            <a:ext cx="52847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VS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78373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 any editor. Optional extensions: ESLint, GitLens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200251"/>
            <a:ext cx="52847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Node.js, latest 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1011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Includes npm, the package manager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926632"/>
            <a:ext cx="52847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4236492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control for everything you build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400" y="1935411"/>
            <a:ext cx="52847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48400" y="2473871"/>
            <a:ext cx="52847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GitHub account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48400" y="278373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you don't have one yet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8400" y="3200251"/>
            <a:ext cx="52847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new repository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48400" y="3510111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it something like real-estate-map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8400" y="3926632"/>
            <a:ext cx="5130800" cy="1168301"/>
          </a:xfrm>
          <a:prstGeom prst="roundRect">
            <a:avLst>
              <a:gd name="adj" fmla="val 8696"/>
            </a:avLst>
          </a:prstGeom>
          <a:solidFill>
            <a:srgbClr val="FCE3CC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17" name="Text 15"/>
          <p:cNvSpPr/>
          <p:nvPr/>
        </p:nvSpPr>
        <p:spPr>
          <a:xfrm>
            <a:off x="6451600" y="4129832"/>
            <a:ext cx="486613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Invite wwwaiser as a collaborator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1600" y="4465092"/>
            <a:ext cx="486613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 → Collaborators → Add people. I can't review your work until you do this.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Scaffold the Next.js app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41761"/>
            <a:ext cx="48260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5" name="Shape 3"/>
          <p:cNvSpPr/>
          <p:nvPr/>
        </p:nvSpPr>
        <p:spPr>
          <a:xfrm>
            <a:off x="819150" y="1935411"/>
            <a:ext cx="0" cy="3253184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7900" y="2024311"/>
          <a:ext cx="4508500" cy="3088084"/>
        </p:xfrm>
        <a:graphic>
          <a:graphicData uri="http://schemas.openxmlformats.org/drawingml/2006/table">
            <a:tbl>
              <a:tblPr/>
              <a:tblGrid>
                <a:gridCol w="2344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When it asks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Answer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TypeScript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8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Linter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ESLint, not Biome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Tailwind CSS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src/ directory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Your choice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 Router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React Compiler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Import alias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Default (@/*)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935411"/>
            <a:ext cx="5435600" cy="3253184"/>
          </a:xfrm>
          <a:prstGeom prst="roundRect">
            <a:avLst>
              <a:gd name="adj" fmla="val 3123"/>
            </a:avLst>
          </a:prstGeom>
          <a:solidFill>
            <a:srgbClr val="13203A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8" name="Text 5"/>
          <p:cNvSpPr/>
          <p:nvPr/>
        </p:nvSpPr>
        <p:spPr>
          <a:xfrm>
            <a:off x="6197600" y="2189411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AND RUN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97600" y="2529731"/>
            <a:ext cx="5075428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npx create-next-app@latest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real-estate-map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run dev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97600" y="3388221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 TO YOUR GITHUB REPO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97600" y="3728541"/>
            <a:ext cx="5075428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remote add origin https://github.com/YOU/real-estate-map.git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push -u origin main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change goes through a pull request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65871"/>
            <a:ext cx="3556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457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0800" y="2019201"/>
            <a:ext cx="2616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a branch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64000" y="1935411"/>
            <a:ext cx="7315200" cy="452090"/>
          </a:xfrm>
          <a:prstGeom prst="roundRect">
            <a:avLst>
              <a:gd name="adj" fmla="val 11237"/>
            </a:avLst>
          </a:prstGeom>
          <a:solidFill>
            <a:srgbClr val="E8E6DE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7" name="Text 5"/>
          <p:cNvSpPr/>
          <p:nvPr/>
        </p:nvSpPr>
        <p:spPr>
          <a:xfrm>
            <a:off x="4216400" y="2037011"/>
            <a:ext cx="72207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checkout -b week-01-setup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570361"/>
            <a:ext cx="3556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457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0800" y="2623691"/>
            <a:ext cx="2616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 a change, commit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64000" y="2539901"/>
            <a:ext cx="7315200" cy="452090"/>
          </a:xfrm>
          <a:prstGeom prst="roundRect">
            <a:avLst>
              <a:gd name="adj" fmla="val 11237"/>
            </a:avLst>
          </a:prstGeom>
          <a:solidFill>
            <a:srgbClr val="E8E6DE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11" name="Text 9"/>
          <p:cNvSpPr/>
          <p:nvPr/>
        </p:nvSpPr>
        <p:spPr>
          <a:xfrm>
            <a:off x="4216400" y="2641501"/>
            <a:ext cx="72207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commit -am "Change home page title"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174851"/>
            <a:ext cx="3556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457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0800" y="3228181"/>
            <a:ext cx="2616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 the branch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64000" y="3144391"/>
            <a:ext cx="7315200" cy="452090"/>
          </a:xfrm>
          <a:prstGeom prst="roundRect">
            <a:avLst>
              <a:gd name="adj" fmla="val 11237"/>
            </a:avLst>
          </a:prstGeom>
          <a:solidFill>
            <a:srgbClr val="E8E6DE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15" name="Text 13"/>
          <p:cNvSpPr/>
          <p:nvPr/>
        </p:nvSpPr>
        <p:spPr>
          <a:xfrm>
            <a:off x="4216400" y="3245991"/>
            <a:ext cx="72207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0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push -u origin week-01-setup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3779341"/>
            <a:ext cx="3556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4570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0800" y="3832671"/>
            <a:ext cx="2616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the PR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64000" y="3748881"/>
            <a:ext cx="7315200" cy="452090"/>
          </a:xfrm>
          <a:prstGeom prst="roundRect">
            <a:avLst>
              <a:gd name="adj" fmla="val 11237"/>
            </a:avLst>
          </a:prstGeom>
          <a:solidFill>
            <a:srgbClr val="E8E6DE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19" name="Text 17"/>
          <p:cNvSpPr/>
          <p:nvPr/>
        </p:nvSpPr>
        <p:spPr>
          <a:xfrm>
            <a:off x="4216400" y="3850481"/>
            <a:ext cx="72207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GitHub: Compare &amp; pull request, then add wwwaiser as reviewer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450577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Week 1, edit the home page title in app/page.tsx. Nothing blocks pushes to main, so keeping off main is up to you.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TOOLS POLICY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915670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20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AI as much as you like. You own every line.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438301"/>
            <a:ext cx="91567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ChatGPT, Copilot, Claude: all encouraged. Review everything they write. Code you can't explain during a review call counts as not done.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71179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E62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FINISHED WEEK 1 EARLY?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5975" y="5080695"/>
            <a:ext cx="5175250" cy="961330"/>
          </a:xfrm>
          <a:prstGeom prst="roundRect">
            <a:avLst>
              <a:gd name="adj" fmla="val 10238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7" name="Text 5"/>
          <p:cNvSpPr/>
          <p:nvPr/>
        </p:nvSpPr>
        <p:spPr>
          <a:xfrm>
            <a:off x="1022350" y="5287070"/>
            <a:ext cx="490537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page layout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2350" y="5622330"/>
            <a:ext cx="49053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Header, sidebar and content area with Tailwind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0775" y="5080695"/>
            <a:ext cx="5175250" cy="961330"/>
          </a:xfrm>
          <a:prstGeom prst="roundRect">
            <a:avLst>
              <a:gd name="adj" fmla="val 10238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0" name="Text 8"/>
          <p:cNvSpPr/>
          <p:nvPr/>
        </p:nvSpPr>
        <p:spPr>
          <a:xfrm>
            <a:off x="6407150" y="5287070"/>
            <a:ext cx="490537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320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on Vercel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7150" y="5622330"/>
            <a:ext cx="49053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a live URL now; it's required in Week 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6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812800" y="4996259"/>
            <a:ext cx="3318917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4" name="Text 2"/>
          <p:cNvSpPr/>
          <p:nvPr/>
        </p:nvSpPr>
        <p:spPr>
          <a:xfrm>
            <a:off x="812800" y="5212159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REPO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5476280"/>
            <a:ext cx="341848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github.com/wwwaiser/</a:t>
            </a:r>
            <a:endParaRPr lang="en-US" sz="16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real-estate-map-project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6517" y="4996259"/>
            <a:ext cx="3318966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7" name="Text 5"/>
          <p:cNvSpPr/>
          <p:nvPr/>
        </p:nvSpPr>
        <p:spPr>
          <a:xfrm>
            <a:off x="4436517" y="5212159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1 DUE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6517" y="5476280"/>
            <a:ext cx="34185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Monday, October 5,</a:t>
            </a:r>
            <a:endParaRPr lang="en-US" sz="16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evening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60283" y="4996259"/>
            <a:ext cx="3318917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0" name="Text 8"/>
          <p:cNvSpPr/>
          <p:nvPr/>
        </p:nvSpPr>
        <p:spPr>
          <a:xfrm>
            <a:off x="8060283" y="5212159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091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60283" y="5476280"/>
            <a:ext cx="341848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Tuesday, October 6,</a:t>
            </a:r>
            <a:endParaRPr lang="en-US" sz="16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3:00 PM ET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1422</Words>
  <Application>Microsoft Macintosh PowerPoint</Application>
  <PresentationFormat>Widescreen</PresentationFormat>
  <Paragraphs>224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IBM Plex Sans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Map — Lecture 1</dc:title>
  <dc:subject>PptxGenJS Presentation</dc:subject>
  <dc:creator>PptxGenJS</dc:creator>
  <cp:lastModifiedBy>Serhii Vaiser</cp:lastModifiedBy>
  <cp:revision>2</cp:revision>
  <dcterms:created xsi:type="dcterms:W3CDTF">2026-09-29T12:25:08Z</dcterms:created>
  <dcterms:modified xsi:type="dcterms:W3CDTF">2026-09-29T12:29:08Z</dcterms:modified>
</cp:coreProperties>
</file>